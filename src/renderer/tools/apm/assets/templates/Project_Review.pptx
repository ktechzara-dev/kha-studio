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4d1dc47ac942c6" /><Relationship Type="http://schemas.openxmlformats.org/officeDocument/2006/relationships/extended-properties" Target="/docProps/app.xml" Id="Rd9aac0458efd4997" /><Relationship Type="http://schemas.openxmlformats.org/officeDocument/2006/relationships/officeDocument" Target="/ppt/presentation.xml" Id="Rea56cbc9c85f4d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f70d028f2d4719"/>
  </p:sldMasterIdLst>
  <p:notesMasterIdLst>
    <p:notesMasterId xmlns:r="http://schemas.openxmlformats.org/officeDocument/2006/relationships" r:id="Re1441ee1d28945b1"/>
  </p:notesMasterIdLst>
  <p:sldIdLst>
    <p:sldId xmlns:r="http://schemas.openxmlformats.org/officeDocument/2006/relationships" id="256" r:id="Rb3fea53492b84ed5"/>
    <p:sldId xmlns:r="http://schemas.openxmlformats.org/officeDocument/2006/relationships" id="257" r:id="R0ce5f161c2f643db"/>
    <p:sldId xmlns:r="http://schemas.openxmlformats.org/officeDocument/2006/relationships" id="258" r:id="R3d79840c1c6b4148"/>
    <p:sldId xmlns:r="http://schemas.openxmlformats.org/officeDocument/2006/relationships" id="259" r:id="R02e9a07112994f4f"/>
    <p:sldId xmlns:r="http://schemas.openxmlformats.org/officeDocument/2006/relationships" id="260" r:id="Reb2f7eeae70843f8"/>
    <p:sldId xmlns:r="http://schemas.openxmlformats.org/officeDocument/2006/relationships" id="261" r:id="Rc5bf34a6145547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e904b650e74e2c" /><Relationship Type="http://schemas.openxmlformats.org/officeDocument/2006/relationships/slideMaster" Target="/ppt/slideMasters/slideMaster1.xml" Id="R55f70d028f2d4719" /><Relationship Type="http://schemas.openxmlformats.org/officeDocument/2006/relationships/notesMaster" Target="/ppt/notesMasters/notesMaster1.xml" Id="Re1441ee1d28945b1" /><Relationship Type="http://schemas.openxmlformats.org/officeDocument/2006/relationships/presProps" Target="/ppt/presProps.xml" Id="R14ef8e157fe44f91" /><Relationship Type="http://schemas.openxmlformats.org/officeDocument/2006/relationships/tableStyles" Target="/ppt/tableStyles.xml" Id="R0da4401487b24543" /><Relationship Type="http://schemas.openxmlformats.org/officeDocument/2006/relationships/slide" Target="/ppt/slides/slide1.xml" Id="Rb3fea53492b84ed5" /><Relationship Type="http://schemas.openxmlformats.org/officeDocument/2006/relationships/slide" Target="/ppt/slides/slide2.xml" Id="R0ce5f161c2f643db" /><Relationship Type="http://schemas.openxmlformats.org/officeDocument/2006/relationships/slide" Target="/ppt/slides/slide3.xml" Id="R3d79840c1c6b4148" /><Relationship Type="http://schemas.openxmlformats.org/officeDocument/2006/relationships/slide" Target="/ppt/slides/slide4.xml" Id="R02e9a07112994f4f" /><Relationship Type="http://schemas.openxmlformats.org/officeDocument/2006/relationships/slide" Target="/ppt/slides/slide5.xml" Id="Reb2f7eeae70843f8" /><Relationship Type="http://schemas.openxmlformats.org/officeDocument/2006/relationships/slide" Target="/ppt/slides/slide6.xml" Id="Rc5bf34a6145547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07f473032f42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99bdaabd7541e7" /><Relationship Type="http://schemas.openxmlformats.org/officeDocument/2006/relationships/notesMaster" Target="/ppt/notesMasters/notesMaster1.xml" Id="R400d540d19f448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d6c9d7b1cd482f" /><Relationship Type="http://schemas.openxmlformats.org/officeDocument/2006/relationships/notesMaster" Target="/ppt/notesMasters/notesMaster1.xml" Id="R00e5a7eaf6ce45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bde90b4414b33" /><Relationship Type="http://schemas.openxmlformats.org/officeDocument/2006/relationships/notesMaster" Target="/ppt/notesMasters/notesMaster1.xml" Id="R8661d384de324c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e61d3f57c14e5d" /><Relationship Type="http://schemas.openxmlformats.org/officeDocument/2006/relationships/notesMaster" Target="/ppt/notesMasters/notesMaster1.xml" Id="Rec6d0840f3f04f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795774be6d4131" /><Relationship Type="http://schemas.openxmlformats.org/officeDocument/2006/relationships/notesMaster" Target="/ppt/notesMasters/notesMaster1.xml" Id="Rd56320fdb5de43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3e0f46ae9146c1" /><Relationship Type="http://schemas.openxmlformats.org/officeDocument/2006/relationships/notesMaster" Target="/ppt/notesMasters/notesMaster1.xml" Id="Ra4ecbc6a016942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Biểu mẫu điền thông tin dự án. Thay các trường trong ngoặc vuông bằng dữ liệu và bằng chứng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Biểu mẫu điền thông tin dự án. Thay các trường trong ngoặc vuông bằng dữ liệu và bằng chứng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Biểu mẫu điền thông tin dự án. Thay các trường trong ngoặc vuông bằng dữ liệu và bằng chứng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Biểu mẫu điền thông tin dự án. Thay các trường trong ngoặc vuông bằng dữ liệu và bằng chứng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Biểu mẫu điền thông tin dự án. Thay các trường trong ngoặc vuông bằng dữ liệu và bằng chứng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Biểu mẫu điền thông tin dự án. Thay các trường trong ngoặc vuông bằng dữ liệu và bằng chứng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4eac7d65848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86068d60f49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fc12b9dbe4b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2a4c932e043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09cea98db40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741dce9794d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AC6430D-F605-4FF1-A66C-43471D3E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C0BAA9-7826-4D14-A7D4-1F50B4D2B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CF711B2-D118-452F-9F5D-F9C6C3868A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4EE0206-E9FA-49C9-A2D0-898EE29D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E67022-46C8-4F6A-8907-D93BB5F092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2DA87FE-3A94-4FDA-BBA6-43D86E7F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0BB82A-D260-4148-8E34-86DDCAEC3D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296ED11-0DD1-4AC0-A109-D4E029E44C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6F51C8E-7174-48EE-8398-E40D640B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B93A88-E138-44E4-8362-B180FF3116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0C8265-170D-4571-9121-4868E7E2C5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657D62-D284-4FE8-B7CA-B055F40003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B59FB41-8616-473E-B66B-419A9524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A375B2-887D-40AA-B173-8BCFCA458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45CBEE-B821-413F-85CE-40961C418D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824e2b7eca4f11" /><Relationship Type="http://schemas.openxmlformats.org/officeDocument/2006/relationships/slideLayout" Target="/ppt/slideLayouts/slideLayout1.xml" Id="R8737468037da4f77" /><Relationship Type="http://schemas.openxmlformats.org/officeDocument/2006/relationships/slideLayout" Target="/ppt/slideLayouts/slideLayout2.xml" Id="R22896327c70c4e46" /><Relationship Type="http://schemas.openxmlformats.org/officeDocument/2006/relationships/slideLayout" Target="/ppt/slideLayouts/slideLayout3.xml" Id="R54983c3635d449ea" /><Relationship Type="http://schemas.openxmlformats.org/officeDocument/2006/relationships/slideLayout" Target="/ppt/slideLayouts/slideLayout4.xml" Id="R3bacb7c6410a4d2e" /><Relationship Type="http://schemas.openxmlformats.org/officeDocument/2006/relationships/slideLayout" Target="/ppt/slideLayouts/slideLayout5.xml" Id="Rf429467b6fbd4c36" /><Relationship Type="http://schemas.openxmlformats.org/officeDocument/2006/relationships/slideLayout" Target="/ppt/slideLayouts/slideLayout6.xml" Id="Rdbf8d967746545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37468037da4f77"/>
    <p:sldLayoutId xmlns:r="http://schemas.openxmlformats.org/officeDocument/2006/relationships" id="2147483650" r:id="R22896327c70c4e46"/>
    <p:sldLayoutId xmlns:r="http://schemas.openxmlformats.org/officeDocument/2006/relationships" id="2147483651" r:id="R54983c3635d449ea"/>
    <p:sldLayoutId xmlns:r="http://schemas.openxmlformats.org/officeDocument/2006/relationships" id="2147483652" r:id="R3bacb7c6410a4d2e"/>
    <p:sldLayoutId xmlns:r="http://schemas.openxmlformats.org/officeDocument/2006/relationships" id="2147483653" r:id="Rf429467b6fbd4c36"/>
    <p:sldLayoutId xmlns:r="http://schemas.openxmlformats.org/officeDocument/2006/relationships" id="2147483654" r:id="Rdbf8d967746545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bedd6756ab47e5" /><Relationship Type="http://schemas.openxmlformats.org/officeDocument/2006/relationships/notesSlide" Target="/ppt/notesSlides/notesSlide1.xml" Id="R483747f9942646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1ba23d31e84257" /><Relationship Type="http://schemas.openxmlformats.org/officeDocument/2006/relationships/notesSlide" Target="/ppt/notesSlides/notesSlide2.xml" Id="Rbc632f1debbf46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c9e1503e84207" /><Relationship Type="http://schemas.openxmlformats.org/officeDocument/2006/relationships/notesSlide" Target="/ppt/notesSlides/notesSlide3.xml" Id="R44e22f4f0cc142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ed7ccaa6448af" /><Relationship Type="http://schemas.openxmlformats.org/officeDocument/2006/relationships/notesSlide" Target="/ppt/notesSlides/notesSlide4.xml" Id="R1566447c394947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b553555814060" /><Relationship Type="http://schemas.openxmlformats.org/officeDocument/2006/relationships/notesSlide" Target="/ppt/notesSlides/notesSlide5.xml" Id="R6034fc2f294e49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fbd1ed6c64443e" /><Relationship Type="http://schemas.openxmlformats.org/officeDocument/2006/relationships/notesSlide" Target="/ppt/notesSlides/notesSlide6.xml" Id="R99efb37ddd0348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00E1C-BFE4-402B-BA4D-790EB9B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04C"/>
                </a:solidFill>
                <a:latin typeface="Arial"/>
                <a:ea typeface="Arial"/>
                <a:cs typeface="Arial"/>
              </a:rPr>
              <a:t>Project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E6FBA-924A-4340-84D0-833C0B04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[Mã dự án]   [Tên dự án]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[Khách hàng / nhà máy]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[Ngày review]   [Revision]   [Người trình bày]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6EB1D-237B-4315-8354-3FF7DA9E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Automation Project Master   [Mã dự án] / [Revision]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D2773-CEDC-45CB-858C-A7DA7149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9749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F9BEC-8CBE-4281-9364-67B67577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04C"/>
                </a:solidFill>
                <a:latin typeface="Arial"/>
                <a:ea typeface="Arial"/>
                <a:cs typeface="Arial"/>
              </a:rPr>
              <a:t>Tiến độ theo phạm 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17881-9918-47B8-B21E-DAF03EE8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Phạm vi đã chốt: [Nhập phạm vi]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Giai đoạn hoàn tất: [Nhập giai đoạn và bằng chứng]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Công việc đang thực hiện: [Nhập công việc]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Mốc kế tiếp và người phụ trách: [Nhập thông tin]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082D7-F461-4959-B4CE-20CCEAE4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Automation Project Master   [Mã dự án] / [Revision]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B7CFA-157B-4957-A0DF-7B3569A5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1577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E66AC-E6F6-40D6-BB97-FA375CF3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04C"/>
                </a:solidFill>
                <a:latin typeface="Arial"/>
                <a:ea typeface="Arial"/>
                <a:cs typeface="Arial"/>
              </a:rPr>
              <a:t>Tình trạng kỹ thuật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FEB0E-AE34-44D2-BE52-412A8533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PLC / HMI: [Cấu hình, version, tình trạng test]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Robot / Vision: [Native program, calibration, kết quả]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Electrical / Safety: [Review, IO check, validation]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Hồ sơ cần bổ sung: [Tài liệu và người phụ trách]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65FDE-55E9-4247-B46D-5E1E6C1C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Automation Project Master   [Mã dự án] / [Revision]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D23AE-DB6E-4B86-B38A-BBAFA131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07618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108ED-A8C4-4612-A942-E64981A1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04C"/>
                </a:solidFill>
                <a:latin typeface="Arial"/>
                <a:ea typeface="Arial"/>
                <a:cs typeface="Arial"/>
              </a:rPr>
              <a:t>Issue và hành động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E8F54-EAB7-47DA-AF1A-4E8390CA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[Issue ID]  [Hiện tượng / ảnh hưởng]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[Ưu tiên]  [Người phụ trách]  [Hạn]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[Hành động khắc phục và kết quả kiểm tra]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[Điều kiện xác nhận đóng Issue]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9DE16-1038-46CD-87C6-0305DFD2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Automation Project Master   [Mã dự án] / [Revision]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A3B79-D54E-42BB-BB2D-4B6757E6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8633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23FDB-4FF3-402E-929F-C68ADFD9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04C"/>
                </a:solidFill>
                <a:latin typeface="Arial"/>
                <a:ea typeface="Arial"/>
                <a:cs typeface="Arial"/>
              </a:rPr>
              <a:t>Kết quả Cycle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43E4C-FD7D-4EC8-B3F8-BF3E09DB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Model / trạm: [Nhập model và trạm]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CT mục tiêu: [Giây / chu kỳ]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CT đo thực tế: [TB, Min, Max, số lần đo]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Điều kiện đo: [Speed, tải, chế độ vận hành]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Hướng tối ưu: [Hạng mục, người phụ trách, hạn]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1100B-67DB-48C4-A6E5-8983153E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Automation Project Master   [Mã dự án] / [Revision]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FD4DA-FADC-41E7-91A5-637B94E5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8110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8FF72-47A7-47F0-923F-11E5CC40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04C"/>
                </a:solidFill>
                <a:latin typeface="Arial"/>
                <a:ea typeface="Arial"/>
                <a:cs typeface="Arial"/>
              </a:rPr>
              <a:t>Quyết định và bước tiếp theo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840ED-5C2B-462E-8BDE-D60E397E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Quyết định cần xác nhận: [Nhập nội dung]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Đầu vào còn thiếu: [Tài liệu / thông số]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Hành động tiếp theo: [Công việc]</a:t>
            </a:r>
          </a:p>
          <a:p xmlns:a="http://schemas.openxmlformats.org/drawingml/2006/main">
            <a:pPr>
              <a:defRPr sz="2025" b="0">
                <a:solidFill>
                  <a:srgbClr val="18304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C"/>
                </a:solidFill>
                <a:latin typeface="Arial"/>
                <a:ea typeface="Arial"/>
                <a:cs typeface="Arial"/>
              </a:rPr>
              <a:t>Người thực hiện và deadline: [Nhập thông tin]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8DA0A-3F5E-4CB2-A0F1-2F9EC7B2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Automation Project Master   [Mã dự án] / [Revision]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B2CF2-4D0D-4E1A-A572-8E09DA68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9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5138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2026-10-04T19:00:22.8580000Z</dcterms:created>
  <dcterms:modified xsi:type="dcterms:W3CDTF">2026-10-04T19:00:22.8590000Z</dcterms:modified>
</coreProperties>
</file>